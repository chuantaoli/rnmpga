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7559675" cy="13247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5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2168083"/>
            <a:ext cx="6425724" cy="4612158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6958104"/>
            <a:ext cx="5669756" cy="3198457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069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2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3302726"/>
            <a:ext cx="6520220" cy="5510669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8865528"/>
            <a:ext cx="6520220" cy="2897931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13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3526584"/>
            <a:ext cx="3212862" cy="84055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3526584"/>
            <a:ext cx="3212862" cy="84055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57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05320"/>
            <a:ext cx="6520220" cy="25606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3247524"/>
            <a:ext cx="3198096" cy="159156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4839086"/>
            <a:ext cx="3198096" cy="71175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3247524"/>
            <a:ext cx="3213847" cy="159156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4839086"/>
            <a:ext cx="3213847" cy="71175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22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72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0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883179"/>
            <a:ext cx="2438192" cy="3091127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907425"/>
            <a:ext cx="3827085" cy="941444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974307"/>
            <a:ext cx="2438192" cy="7362894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25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883179"/>
            <a:ext cx="2438192" cy="3091127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907425"/>
            <a:ext cx="3827085" cy="9414445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974307"/>
            <a:ext cx="2438192" cy="7362894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36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13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705317"/>
            <a:ext cx="1630055" cy="1122680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705317"/>
            <a:ext cx="4795669" cy="1122680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94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705320"/>
            <a:ext cx="6520220" cy="2560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3526584"/>
            <a:ext cx="6520220" cy="8405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12278647"/>
            <a:ext cx="1700927" cy="705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E7018-061E-4C7D-832D-0606E6D53D8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12278647"/>
            <a:ext cx="2551390" cy="705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12278647"/>
            <a:ext cx="1700927" cy="705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78BAE-93A6-4BBA-8564-A91D4B067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20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A50D-D7D0-60BB-A0E7-B2A706FA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8046F11D-5AD4-A55D-9449-E6E131E62E41}"/>
              </a:ext>
            </a:extLst>
          </p:cNvPr>
          <p:cNvGrpSpPr/>
          <p:nvPr/>
        </p:nvGrpSpPr>
        <p:grpSpPr>
          <a:xfrm>
            <a:off x="-324" y="-1175"/>
            <a:ext cx="7560000" cy="13255520"/>
            <a:chOff x="-324" y="-1175"/>
            <a:chExt cx="7560000" cy="1325552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3773E38-69BA-79D8-9373-3838A143E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"/>
              <a:ext cx="2520000" cy="165615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BB22D46-4421-C3FB-B17A-F6DBC3C1F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9676" y="1"/>
              <a:ext cx="2520000" cy="165615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776DD98-2155-F907-BE80-1055833E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9676" y="-1175"/>
              <a:ext cx="2520000" cy="1657329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F05B9C4-0120-1305-842E-66BCE0EED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24" y="1656154"/>
              <a:ext cx="2520000" cy="1656153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C82E98D-5B4F-3C48-D4D5-699119316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9676" y="1656153"/>
              <a:ext cx="2520000" cy="1656153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6C81CF-89DA-07F5-6EB1-DE64BF6EB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676" y="1656152"/>
              <a:ext cx="2520000" cy="1656153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A06A677-0E23-5C52-1E7D-FC5BC02A3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3312306"/>
              <a:ext cx="2520000" cy="1656153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8C024E0-9230-3D58-56D3-E7E773BD0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19676" y="3312305"/>
              <a:ext cx="2520000" cy="1656153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4EBDFEBF-B799-51E6-D4E4-B64D54D0D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-324" y="4967691"/>
              <a:ext cx="2520000" cy="1656153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9E8F98C6-92F2-D916-C93E-C4ED18999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19676" y="4962976"/>
              <a:ext cx="2520000" cy="1660868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BC9DD469-A1A6-DB66-105A-485B25B9A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39676" y="4962974"/>
              <a:ext cx="2520000" cy="1656153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61CAE9B7-35CF-4BD0-EA44-0FC0DDEE8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6628559"/>
              <a:ext cx="2520000" cy="1656153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009C5D60-B1D0-89D0-64DB-788803210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19676" y="6628559"/>
              <a:ext cx="2520000" cy="1657329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2899E00-A67F-E0F6-4750-54DF3239D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39352" y="6628559"/>
              <a:ext cx="2520000" cy="1656153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53C87E53-54AB-7F53-D633-8F3F01BC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324" y="8284712"/>
              <a:ext cx="2520000" cy="1656153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956F49BA-D174-C542-361B-D92A56B11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519028" y="8294144"/>
              <a:ext cx="2520000" cy="1658507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9F86918B-F3B1-3F9F-F2CD-45F9F3B03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038380" y="8284711"/>
              <a:ext cx="2520000" cy="1656153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67A75FE0-A0F1-DEC3-B49B-A59E02509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0" y="9935381"/>
              <a:ext cx="2520000" cy="1656153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39847879-64F8-07CD-21FD-361F8DC7E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519028" y="9934204"/>
              <a:ext cx="2520000" cy="1656153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AB37EAD1-7AD5-1A28-7F6E-7D9AF3D96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037408" y="9934203"/>
              <a:ext cx="2520000" cy="1656153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5D249B93-922A-3F26-EF32-CD5199E8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92049" y="11580925"/>
              <a:ext cx="2520000" cy="1656153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E8F31C3A-4C0A-2519-893C-97B20456E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812049" y="11597016"/>
              <a:ext cx="2520000" cy="1657329"/>
            </a:xfrm>
            <a:prstGeom prst="rect">
              <a:avLst/>
            </a:prstGeom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F23E6D57-B3AB-B1C9-61D6-2615D994D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037408" y="3308974"/>
              <a:ext cx="2520000" cy="16561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1358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Chuantao Li</dc:creator>
  <cp:lastModifiedBy>Chuantao Li</cp:lastModifiedBy>
  <cp:revision>70</cp:revision>
  <dcterms:created xsi:type="dcterms:W3CDTF">2026-09-19T12:40:58Z</dcterms:created>
  <dcterms:modified xsi:type="dcterms:W3CDTF">2026-10-28T05:54:07Z</dcterms:modified>
</cp:coreProperties>
</file>